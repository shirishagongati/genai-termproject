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  <p:sldMasterId id="2147483661" r:id="rId5"/>
    <p:sldMasterId id="2147483682" r:id="rId6"/>
    <p:sldMasterId id="2147483672" r:id="rId7"/>
  </p:sldMasterIdLst>
  <p:notesMasterIdLst>
    <p:notesMasterId r:id="rId22"/>
  </p:notesMasterIdLst>
  <p:sldIdLst>
    <p:sldId id="256" r:id="rId8"/>
    <p:sldId id="257" r:id="rId9"/>
    <p:sldId id="258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19"/>
    <p:sldId id="270" r:id="rId20"/>
    <p:sldId id="271" r:id="rId21"/>
  </p:sldIdLst>
  <p:sldSz cx="12192000" cy="6858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P22 Mackinac Pro Book" panose="02000000000000000000" charset="0"/>
      <p:regular r:id="rId27"/>
      <p:italic r:id="rId28"/>
    </p:embeddedFont>
    <p:embeddedFont>
      <p:font typeface="P22 Mackinac Pro Medium" panose="02000000000000000000" charset="0"/>
      <p:regular r:id="rId29"/>
      <p:italic r:id="rId30"/>
    </p:embeddedFont>
    <p:embeddedFont>
      <p:font typeface="Proxima Nova" panose="020B0604020202020204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7EE"/>
    <a:srgbClr val="006649"/>
    <a:srgbClr val="1247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0F8384-FFD0-CE44-9AF2-6F6BE51F20CF}" v="3" dt="2021-08-26T13:40:59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6"/>
    <p:restoredTop sz="94830"/>
  </p:normalViewPr>
  <p:slideViewPr>
    <p:cSldViewPr snapToGrid="0" snapToObjects="1">
      <p:cViewPr varScale="1">
        <p:scale>
          <a:sx n="61" d="100"/>
          <a:sy n="61" d="100"/>
        </p:scale>
        <p:origin x="12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4.fntdata"/><Relationship Id="rId39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font" Target="fonts/font12.fntdata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4BE1DA-B2B2-C645-9207-9EF8F2C3057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D4823-81A0-CC40-87FD-FD596FB59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65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80068F9-40BA-7643-A1DE-51DCC699A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681038"/>
            <a:ext cx="10067728" cy="5104767"/>
          </a:xfrm>
        </p:spPr>
        <p:txBody>
          <a:bodyPr>
            <a:normAutofit/>
          </a:bodyPr>
          <a:lstStyle>
            <a:lvl1pPr>
              <a:lnSpc>
                <a:spcPts val="7000"/>
              </a:lnSpc>
              <a:defRPr sz="7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78EC6B5-8F05-084E-8974-BA791269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5FD9E1B-2D19-BB4E-8578-0D0F8DA78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665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2A6862-9E43-3F45-BC14-57A9FE05A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799" y="4790038"/>
            <a:ext cx="9896669" cy="93772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FAF7EE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80068F9-40BA-7643-A1DE-51DCC699A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681038"/>
            <a:ext cx="10067728" cy="4108999"/>
          </a:xfrm>
        </p:spPr>
        <p:txBody>
          <a:bodyPr>
            <a:normAutofit/>
          </a:bodyPr>
          <a:lstStyle>
            <a:lvl1pPr>
              <a:lnSpc>
                <a:spcPts val="7000"/>
              </a:lnSpc>
              <a:defRPr sz="7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78EC6B5-8F05-084E-8974-BA791269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5FD9E1B-2D19-BB4E-8578-0D0F8DA78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590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7556C-D915-EC47-A507-F3F432006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358" y="2118049"/>
            <a:ext cx="10077062" cy="3868683"/>
          </a:xfrm>
        </p:spPr>
        <p:txBody>
          <a:bodyPr/>
          <a:lstStyle>
            <a:lvl1pPr>
              <a:defRPr sz="2200" b="0" i="0">
                <a:latin typeface="+mn-lt"/>
              </a:defRPr>
            </a:lvl1pPr>
            <a:lvl2pPr>
              <a:defRPr sz="2000" b="0" i="0">
                <a:solidFill>
                  <a:srgbClr val="FAF7EE"/>
                </a:solidFill>
                <a:latin typeface="+mn-lt"/>
              </a:defRPr>
            </a:lvl2pPr>
            <a:lvl3pPr>
              <a:defRPr b="0" i="0">
                <a:solidFill>
                  <a:srgbClr val="FAF7EE"/>
                </a:solidFill>
                <a:latin typeface="+mn-lt"/>
              </a:defRPr>
            </a:lvl3pPr>
            <a:lvl4pPr>
              <a:defRPr b="0" i="0">
                <a:solidFill>
                  <a:srgbClr val="FAF7EE"/>
                </a:solidFill>
                <a:latin typeface="+mn-lt"/>
              </a:defRPr>
            </a:lvl4pPr>
            <a:lvl5pPr>
              <a:defRPr b="0" i="0">
                <a:solidFill>
                  <a:srgbClr val="FAF7EE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2E4E12D-3B5D-DA40-BA34-6330CDD60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5677A01-B108-DC48-A573-724476E25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2FF1E83-7CE6-A543-ADA0-7D22452B8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374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7556C-D915-EC47-A507-F3F432006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358" y="2118049"/>
            <a:ext cx="10077062" cy="3868683"/>
          </a:xfrm>
        </p:spPr>
        <p:txBody>
          <a:bodyPr/>
          <a:lstStyle>
            <a:lvl1pPr>
              <a:defRPr sz="2200" b="0" i="0">
                <a:latin typeface="+mn-lt"/>
              </a:defRPr>
            </a:lvl1pPr>
            <a:lvl2pPr>
              <a:defRPr sz="2000" b="0" i="0">
                <a:solidFill>
                  <a:srgbClr val="FAF7EE"/>
                </a:solidFill>
                <a:latin typeface="+mn-lt"/>
              </a:defRPr>
            </a:lvl2pPr>
            <a:lvl3pPr>
              <a:defRPr b="0" i="0">
                <a:solidFill>
                  <a:srgbClr val="FAF7EE"/>
                </a:solidFill>
                <a:latin typeface="+mn-lt"/>
              </a:defRPr>
            </a:lvl3pPr>
            <a:lvl4pPr>
              <a:defRPr b="0" i="0">
                <a:solidFill>
                  <a:srgbClr val="FAF7EE"/>
                </a:solidFill>
                <a:latin typeface="+mn-lt"/>
              </a:defRPr>
            </a:lvl4pPr>
            <a:lvl5pPr>
              <a:defRPr b="0" i="0">
                <a:solidFill>
                  <a:srgbClr val="FAF7EE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2E4E12D-3B5D-DA40-BA34-6330CDD60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5677A01-B108-DC48-A573-724476E25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2FF1E83-7CE6-A543-ADA0-7D22452B8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052BA-08B3-794C-9992-5F2F2E34A8BC}"/>
              </a:ext>
            </a:extLst>
          </p:cNvPr>
          <p:cNvSpPr txBox="1"/>
          <p:nvPr userDrawn="1"/>
        </p:nvSpPr>
        <p:spPr>
          <a:xfrm>
            <a:off x="1275127" y="185787"/>
            <a:ext cx="1067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0" dirty="0">
                <a:solidFill>
                  <a:schemeClr val="bg2"/>
                </a:solidFill>
                <a:latin typeface="+mj-lt"/>
              </a:rPr>
              <a:t>Continued headline for slides that share the same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19612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39C26-B195-A14C-9C06-92539D0A31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5028" y="2103929"/>
            <a:ext cx="4974771" cy="3874177"/>
          </a:xfrm>
        </p:spPr>
        <p:txBody>
          <a:bodyPr/>
          <a:lstStyle>
            <a:lvl1pPr>
              <a:defRPr sz="2200"/>
            </a:lvl1pPr>
            <a:lvl2pPr>
              <a:defRPr>
                <a:solidFill>
                  <a:srgbClr val="FAF7EE"/>
                </a:solidFill>
              </a:defRPr>
            </a:lvl2pPr>
            <a:lvl3pPr>
              <a:defRPr>
                <a:solidFill>
                  <a:srgbClr val="FAF7EE"/>
                </a:solidFill>
              </a:defRPr>
            </a:lvl3pPr>
            <a:lvl4pPr>
              <a:defRPr>
                <a:solidFill>
                  <a:srgbClr val="FAF7EE"/>
                </a:solidFill>
              </a:defRPr>
            </a:lvl4pPr>
            <a:lvl5pPr>
              <a:defRPr>
                <a:solidFill>
                  <a:srgbClr val="FAF7EE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EB298-6BB5-2042-8E99-5FF29C615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03929"/>
            <a:ext cx="4974771" cy="3874177"/>
          </a:xfrm>
        </p:spPr>
        <p:txBody>
          <a:bodyPr/>
          <a:lstStyle>
            <a:lvl1pPr>
              <a:defRPr sz="2200"/>
            </a:lvl1pPr>
            <a:lvl2pPr>
              <a:defRPr>
                <a:solidFill>
                  <a:srgbClr val="FAF7EE"/>
                </a:solidFill>
              </a:defRPr>
            </a:lvl2pPr>
            <a:lvl3pPr>
              <a:defRPr>
                <a:solidFill>
                  <a:srgbClr val="FAF7EE"/>
                </a:solidFill>
              </a:defRPr>
            </a:lvl3pPr>
            <a:lvl4pPr>
              <a:defRPr>
                <a:solidFill>
                  <a:srgbClr val="FAF7EE"/>
                </a:solidFill>
              </a:defRPr>
            </a:lvl4pPr>
            <a:lvl5pPr>
              <a:defRPr>
                <a:solidFill>
                  <a:srgbClr val="FAF7EE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D3C2FD9-A378-A140-9800-64379F9DF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C37D004-ABCE-DB42-9BFC-9C6FB070B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46534E7-CD58-4F4D-A5FE-125B0009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5316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C7C5E-6F4D-BF45-AE18-604209EE2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1039"/>
            <a:ext cx="6720196" cy="51800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8BFF73-EC43-3A4A-851B-7C797987B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5029" y="2057400"/>
            <a:ext cx="372699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6FA34B7-003E-8F4E-9365-0F545260D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7014C1D-B276-E24A-9C05-3109AD185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D3F150D-ABB7-864E-8755-60BB9203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681039"/>
            <a:ext cx="3726996" cy="1269060"/>
          </a:xfrm>
        </p:spPr>
        <p:txBody>
          <a:bodyPr>
            <a:normAutofit/>
          </a:bodyPr>
          <a:lstStyle>
            <a:lvl1pPr>
              <a:lnSpc>
                <a:spcPts val="3000"/>
              </a:lnSpc>
              <a:defRPr sz="32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2852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104AC7-8DA5-6B4D-BB5F-C75BB72EA5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5022" y="783766"/>
            <a:ext cx="5665665" cy="51131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C46823A-5ACE-D44C-9DE7-515BCDEE4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8F419EC-B994-0B45-A542-CFD472AD1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736AB55-4F93-C44B-BF9D-1D4B66FA259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281981" y="783766"/>
            <a:ext cx="5665665" cy="51131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943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C46823A-5ACE-D44C-9DE7-515BCDEE4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8F419EC-B994-0B45-A542-CFD472AD1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736AB55-4F93-C44B-BF9D-1D4B66FA259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275129" y="783774"/>
            <a:ext cx="11628255" cy="5113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217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FF0EC-EF4C-A042-8378-EECB37081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B65A5-5C48-174F-A6F9-63BEEF448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COLLEGE OR DEPARTMENT NAME </a:t>
            </a:r>
          </a:p>
        </p:txBody>
      </p:sp>
    </p:spTree>
    <p:extLst>
      <p:ext uri="{BB962C8B-B14F-4D97-AF65-F5344CB8AC3E}">
        <p14:creationId xmlns:p14="http://schemas.microsoft.com/office/powerpoint/2010/main" val="2843257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80068F9-40BA-7643-A1DE-51DCC699A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681038"/>
            <a:ext cx="10067728" cy="5104767"/>
          </a:xfrm>
        </p:spPr>
        <p:txBody>
          <a:bodyPr>
            <a:normAutofit/>
          </a:bodyPr>
          <a:lstStyle>
            <a:lvl1pPr>
              <a:lnSpc>
                <a:spcPts val="7000"/>
              </a:lnSpc>
              <a:defRPr sz="7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78EC6B5-8F05-084E-8974-BA791269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5FD9E1B-2D19-BB4E-8578-0D0F8DA78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980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2A6862-9E43-3F45-BC14-57A9FE05A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799" y="4790038"/>
            <a:ext cx="9896669" cy="93772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80068F9-40BA-7643-A1DE-51DCC699A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681038"/>
            <a:ext cx="10067728" cy="4108999"/>
          </a:xfrm>
        </p:spPr>
        <p:txBody>
          <a:bodyPr>
            <a:normAutofit/>
          </a:bodyPr>
          <a:lstStyle>
            <a:lvl1pPr>
              <a:lnSpc>
                <a:spcPts val="7000"/>
              </a:lnSpc>
              <a:defRPr sz="7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78EC6B5-8F05-084E-8974-BA791269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5FD9E1B-2D19-BB4E-8578-0D0F8DA78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204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7556C-D915-EC47-A507-F3F432006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358" y="2118049"/>
            <a:ext cx="10077062" cy="3894562"/>
          </a:xfrm>
        </p:spPr>
        <p:txBody>
          <a:bodyPr/>
          <a:lstStyle>
            <a:lvl1pPr>
              <a:defRPr sz="2200" b="0" i="0">
                <a:latin typeface="+mn-lt"/>
              </a:defRPr>
            </a:lvl1pPr>
            <a:lvl2pPr>
              <a:defRPr sz="2000" b="0" i="0">
                <a:solidFill>
                  <a:srgbClr val="006649"/>
                </a:solidFill>
                <a:latin typeface="+mn-lt"/>
              </a:defRPr>
            </a:lvl2pPr>
            <a:lvl3pPr>
              <a:defRPr b="0" i="0">
                <a:solidFill>
                  <a:srgbClr val="006649"/>
                </a:solidFill>
                <a:latin typeface="+mn-lt"/>
              </a:defRPr>
            </a:lvl3pPr>
            <a:lvl4pPr>
              <a:defRPr b="0" i="0">
                <a:solidFill>
                  <a:srgbClr val="006649"/>
                </a:solidFill>
                <a:latin typeface="+mn-lt"/>
              </a:defRPr>
            </a:lvl4pPr>
            <a:lvl5pPr>
              <a:defRPr b="0" i="0">
                <a:solidFill>
                  <a:srgbClr val="006649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2E4E12D-3B5D-DA40-BA34-6330CDD60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5677A01-B108-DC48-A573-724476E25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2FF1E83-7CE6-A543-ADA0-7D22452B8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48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7556C-D915-EC47-A507-F3F432006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358" y="2118049"/>
            <a:ext cx="10077062" cy="3868683"/>
          </a:xfrm>
        </p:spPr>
        <p:txBody>
          <a:bodyPr/>
          <a:lstStyle>
            <a:lvl1pPr>
              <a:defRPr sz="2200" b="0" i="0">
                <a:latin typeface="+mn-lt"/>
              </a:defRPr>
            </a:lvl1pPr>
            <a:lvl2pPr>
              <a:defRPr sz="2000" b="0" i="0">
                <a:solidFill>
                  <a:schemeClr val="tx2"/>
                </a:solidFill>
                <a:latin typeface="+mn-lt"/>
              </a:defRPr>
            </a:lvl2pPr>
            <a:lvl3pPr>
              <a:defRPr b="0" i="0">
                <a:solidFill>
                  <a:schemeClr val="tx2"/>
                </a:solidFill>
                <a:latin typeface="+mn-lt"/>
              </a:defRPr>
            </a:lvl3pPr>
            <a:lvl4pPr>
              <a:defRPr b="0" i="0">
                <a:solidFill>
                  <a:schemeClr val="tx2"/>
                </a:solidFill>
                <a:latin typeface="+mn-lt"/>
              </a:defRPr>
            </a:lvl4pPr>
            <a:lvl5pPr>
              <a:defRPr b="0" i="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2E4E12D-3B5D-DA40-BA34-6330CDD60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5677A01-B108-DC48-A573-724476E25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2FF1E83-7CE6-A543-ADA0-7D22452B8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052BA-08B3-794C-9992-5F2F2E34A8BC}"/>
              </a:ext>
            </a:extLst>
          </p:cNvPr>
          <p:cNvSpPr txBox="1"/>
          <p:nvPr userDrawn="1"/>
        </p:nvSpPr>
        <p:spPr>
          <a:xfrm>
            <a:off x="1275127" y="185787"/>
            <a:ext cx="1067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  <a:latin typeface="+mj-lt"/>
              </a:rPr>
              <a:t>Continued headline for slides that share the same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373201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39C26-B195-A14C-9C06-92539D0A31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5028" y="2103929"/>
            <a:ext cx="4974771" cy="3891429"/>
          </a:xfrm>
        </p:spPr>
        <p:txBody>
          <a:bodyPr/>
          <a:lstStyle>
            <a:lvl1pPr>
              <a:defRPr sz="2200"/>
            </a:lvl1pPr>
            <a:lvl2pPr>
              <a:defRPr>
                <a:solidFill>
                  <a:srgbClr val="006649"/>
                </a:solidFill>
              </a:defRPr>
            </a:lvl2pPr>
            <a:lvl3pPr>
              <a:defRPr>
                <a:solidFill>
                  <a:srgbClr val="006649"/>
                </a:solidFill>
              </a:defRPr>
            </a:lvl3pPr>
            <a:lvl4pPr>
              <a:defRPr>
                <a:solidFill>
                  <a:srgbClr val="006649"/>
                </a:solidFill>
              </a:defRPr>
            </a:lvl4pPr>
            <a:lvl5pPr>
              <a:defRPr>
                <a:solidFill>
                  <a:srgbClr val="006649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EB298-6BB5-2042-8E99-5FF29C615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03929"/>
            <a:ext cx="4974771" cy="3891429"/>
          </a:xfrm>
        </p:spPr>
        <p:txBody>
          <a:bodyPr/>
          <a:lstStyle>
            <a:lvl1pPr>
              <a:defRPr sz="2200"/>
            </a:lvl1pPr>
            <a:lvl2pPr>
              <a:defRPr>
                <a:solidFill>
                  <a:srgbClr val="006649"/>
                </a:solidFill>
              </a:defRPr>
            </a:lvl2pPr>
            <a:lvl3pPr>
              <a:defRPr>
                <a:solidFill>
                  <a:srgbClr val="006649"/>
                </a:solidFill>
              </a:defRPr>
            </a:lvl3pPr>
            <a:lvl4pPr>
              <a:defRPr>
                <a:solidFill>
                  <a:srgbClr val="006649"/>
                </a:solidFill>
              </a:defRPr>
            </a:lvl4pPr>
            <a:lvl5pPr>
              <a:defRPr>
                <a:solidFill>
                  <a:srgbClr val="006649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D3C2FD9-A378-A140-9800-64379F9DF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C37D004-ABCE-DB42-9BFC-9C6FB070B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46534E7-CD58-4F4D-A5FE-125B0009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2467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C7C5E-6F4D-BF45-AE18-604209EE2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1039"/>
            <a:ext cx="6720196" cy="51800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8BFF73-EC43-3A4A-851B-7C797987B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5029" y="2057400"/>
            <a:ext cx="372699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6FA34B7-003E-8F4E-9365-0F545260D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7014C1D-B276-E24A-9C05-3109AD185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D3F150D-ABB7-864E-8755-60BB9203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681039"/>
            <a:ext cx="3726996" cy="1269060"/>
          </a:xfrm>
        </p:spPr>
        <p:txBody>
          <a:bodyPr>
            <a:normAutofit/>
          </a:bodyPr>
          <a:lstStyle>
            <a:lvl1pPr>
              <a:lnSpc>
                <a:spcPts val="3000"/>
              </a:lnSpc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9261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104AC7-8DA5-6B4D-BB5F-C75BB72EA5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5022" y="783766"/>
            <a:ext cx="5665665" cy="51131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C46823A-5ACE-D44C-9DE7-515BCDEE4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8F419EC-B994-0B45-A542-CFD472AD1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736AB55-4F93-C44B-BF9D-1D4B66FA259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281981" y="783766"/>
            <a:ext cx="5665665" cy="51131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854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C46823A-5ACE-D44C-9DE7-515BCDEE4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8F419EC-B994-0B45-A542-CFD472AD1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736AB55-4F93-C44B-BF9D-1D4B66FA259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275129" y="783774"/>
            <a:ext cx="11628255" cy="5113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892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FF0EC-EF4C-A042-8378-EECB37081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B65A5-5C48-174F-A6F9-63BEEF448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5853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80068F9-40BA-7643-A1DE-51DCC699A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681038"/>
            <a:ext cx="10067728" cy="5104767"/>
          </a:xfrm>
        </p:spPr>
        <p:txBody>
          <a:bodyPr>
            <a:normAutofit/>
          </a:bodyPr>
          <a:lstStyle>
            <a:lvl1pPr>
              <a:lnSpc>
                <a:spcPts val="7000"/>
              </a:lnSpc>
              <a:defRPr sz="7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78EC6B5-8F05-084E-8974-BA791269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5FD9E1B-2D19-BB4E-8578-0D0F8DA78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4489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2A6862-9E43-3F45-BC14-57A9FE05A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799" y="4790038"/>
            <a:ext cx="9896669" cy="93772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FAF7EE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80068F9-40BA-7643-A1DE-51DCC699A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681038"/>
            <a:ext cx="10067728" cy="4108999"/>
          </a:xfrm>
        </p:spPr>
        <p:txBody>
          <a:bodyPr>
            <a:normAutofit/>
          </a:bodyPr>
          <a:lstStyle>
            <a:lvl1pPr>
              <a:lnSpc>
                <a:spcPts val="7000"/>
              </a:lnSpc>
              <a:defRPr sz="7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78EC6B5-8F05-084E-8974-BA791269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5FD9E1B-2D19-BB4E-8578-0D0F8DA78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050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7556C-D915-EC47-A507-F3F432006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358" y="2118049"/>
            <a:ext cx="10077062" cy="3868683"/>
          </a:xfrm>
        </p:spPr>
        <p:txBody>
          <a:bodyPr/>
          <a:lstStyle>
            <a:lvl1pPr>
              <a:defRPr sz="2200" b="0" i="0">
                <a:latin typeface="+mn-lt"/>
              </a:defRPr>
            </a:lvl1pPr>
            <a:lvl2pPr>
              <a:defRPr sz="2000" b="0" i="0">
                <a:solidFill>
                  <a:srgbClr val="FAF7EE"/>
                </a:solidFill>
                <a:latin typeface="+mn-lt"/>
              </a:defRPr>
            </a:lvl2pPr>
            <a:lvl3pPr>
              <a:defRPr b="0" i="0">
                <a:solidFill>
                  <a:srgbClr val="FAF7EE"/>
                </a:solidFill>
                <a:latin typeface="+mn-lt"/>
              </a:defRPr>
            </a:lvl3pPr>
            <a:lvl4pPr>
              <a:defRPr b="0" i="0">
                <a:solidFill>
                  <a:srgbClr val="FAF7EE"/>
                </a:solidFill>
                <a:latin typeface="+mn-lt"/>
              </a:defRPr>
            </a:lvl4pPr>
            <a:lvl5pPr>
              <a:defRPr b="0" i="0">
                <a:solidFill>
                  <a:srgbClr val="FAF7EE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2E4E12D-3B5D-DA40-BA34-6330CDD60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5677A01-B108-DC48-A573-724476E25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2FF1E83-7CE6-A543-ADA0-7D22452B8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4491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7556C-D915-EC47-A507-F3F432006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358" y="2118049"/>
            <a:ext cx="10077062" cy="3868683"/>
          </a:xfrm>
        </p:spPr>
        <p:txBody>
          <a:bodyPr/>
          <a:lstStyle>
            <a:lvl1pPr>
              <a:defRPr sz="2200" b="0" i="0">
                <a:latin typeface="+mn-lt"/>
              </a:defRPr>
            </a:lvl1pPr>
            <a:lvl2pPr>
              <a:defRPr sz="2000" b="0" i="0">
                <a:solidFill>
                  <a:srgbClr val="FAF7EE"/>
                </a:solidFill>
                <a:latin typeface="+mn-lt"/>
              </a:defRPr>
            </a:lvl2pPr>
            <a:lvl3pPr>
              <a:defRPr b="0" i="0">
                <a:solidFill>
                  <a:srgbClr val="FAF7EE"/>
                </a:solidFill>
                <a:latin typeface="+mn-lt"/>
              </a:defRPr>
            </a:lvl3pPr>
            <a:lvl4pPr>
              <a:defRPr b="0" i="0">
                <a:solidFill>
                  <a:srgbClr val="FAF7EE"/>
                </a:solidFill>
                <a:latin typeface="+mn-lt"/>
              </a:defRPr>
            </a:lvl4pPr>
            <a:lvl5pPr>
              <a:defRPr b="0" i="0">
                <a:solidFill>
                  <a:srgbClr val="FAF7EE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2E4E12D-3B5D-DA40-BA34-6330CDD60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5677A01-B108-DC48-A573-724476E25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2FF1E83-7CE6-A543-ADA0-7D22452B8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052BA-08B3-794C-9992-5F2F2E34A8BC}"/>
              </a:ext>
            </a:extLst>
          </p:cNvPr>
          <p:cNvSpPr txBox="1"/>
          <p:nvPr userDrawn="1"/>
        </p:nvSpPr>
        <p:spPr>
          <a:xfrm>
            <a:off x="1275127" y="185787"/>
            <a:ext cx="1067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0" dirty="0">
                <a:solidFill>
                  <a:schemeClr val="bg2"/>
                </a:solidFill>
                <a:latin typeface="+mj-lt"/>
              </a:rPr>
              <a:t>Continued headline for slides that share the same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583580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39C26-B195-A14C-9C06-92539D0A31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5028" y="2103929"/>
            <a:ext cx="4974771" cy="3874177"/>
          </a:xfrm>
        </p:spPr>
        <p:txBody>
          <a:bodyPr/>
          <a:lstStyle>
            <a:lvl1pPr>
              <a:defRPr sz="2200"/>
            </a:lvl1pPr>
            <a:lvl2pPr>
              <a:defRPr>
                <a:solidFill>
                  <a:srgbClr val="FAF7EE"/>
                </a:solidFill>
              </a:defRPr>
            </a:lvl2pPr>
            <a:lvl3pPr>
              <a:defRPr>
                <a:solidFill>
                  <a:srgbClr val="FAF7EE"/>
                </a:solidFill>
              </a:defRPr>
            </a:lvl3pPr>
            <a:lvl4pPr>
              <a:defRPr>
                <a:solidFill>
                  <a:srgbClr val="FAF7EE"/>
                </a:solidFill>
              </a:defRPr>
            </a:lvl4pPr>
            <a:lvl5pPr>
              <a:defRPr>
                <a:solidFill>
                  <a:srgbClr val="FAF7EE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EB298-6BB5-2042-8E99-5FF29C615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03929"/>
            <a:ext cx="4974771" cy="3874177"/>
          </a:xfrm>
        </p:spPr>
        <p:txBody>
          <a:bodyPr/>
          <a:lstStyle>
            <a:lvl1pPr>
              <a:defRPr sz="2200"/>
            </a:lvl1pPr>
            <a:lvl2pPr>
              <a:defRPr>
                <a:solidFill>
                  <a:srgbClr val="FAF7EE"/>
                </a:solidFill>
              </a:defRPr>
            </a:lvl2pPr>
            <a:lvl3pPr>
              <a:defRPr>
                <a:solidFill>
                  <a:srgbClr val="FAF7EE"/>
                </a:solidFill>
              </a:defRPr>
            </a:lvl3pPr>
            <a:lvl4pPr>
              <a:defRPr>
                <a:solidFill>
                  <a:srgbClr val="FAF7EE"/>
                </a:solidFill>
              </a:defRPr>
            </a:lvl4pPr>
            <a:lvl5pPr>
              <a:defRPr>
                <a:solidFill>
                  <a:srgbClr val="FAF7EE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D3C2FD9-A378-A140-9800-64379F9DF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C37D004-ABCE-DB42-9BFC-9C6FB070B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46534E7-CD58-4F4D-A5FE-125B0009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1415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C7C5E-6F4D-BF45-AE18-604209EE2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1039"/>
            <a:ext cx="6720196" cy="51800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8BFF73-EC43-3A4A-851B-7C797987B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5029" y="2057400"/>
            <a:ext cx="372699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6FA34B7-003E-8F4E-9365-0F545260D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7014C1D-B276-E24A-9C05-3109AD185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D3F150D-ABB7-864E-8755-60BB9203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681039"/>
            <a:ext cx="3726996" cy="1269060"/>
          </a:xfrm>
        </p:spPr>
        <p:txBody>
          <a:bodyPr>
            <a:normAutofit/>
          </a:bodyPr>
          <a:lstStyle>
            <a:lvl1pPr>
              <a:lnSpc>
                <a:spcPts val="3000"/>
              </a:lnSpc>
              <a:defRPr sz="32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00861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104AC7-8DA5-6B4D-BB5F-C75BB72EA5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5022" y="783766"/>
            <a:ext cx="5665665" cy="51131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C46823A-5ACE-D44C-9DE7-515BCDEE4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8F419EC-B994-0B45-A542-CFD472AD1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736AB55-4F93-C44B-BF9D-1D4B66FA259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281981" y="783766"/>
            <a:ext cx="5665665" cy="51131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8232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C46823A-5ACE-D44C-9DE7-515BCDEE4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8F419EC-B994-0B45-A542-CFD472AD1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736AB55-4F93-C44B-BF9D-1D4B66FA259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275129" y="783774"/>
            <a:ext cx="11628255" cy="5113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1928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FF0EC-EF4C-A042-8378-EECB37081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B65A5-5C48-174F-A6F9-63BEEF448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COLLEGE OR DEPARTMENT NAME </a:t>
            </a:r>
          </a:p>
        </p:txBody>
      </p:sp>
    </p:spTree>
    <p:extLst>
      <p:ext uri="{BB962C8B-B14F-4D97-AF65-F5344CB8AC3E}">
        <p14:creationId xmlns:p14="http://schemas.microsoft.com/office/powerpoint/2010/main" val="20033223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80068F9-40BA-7643-A1DE-51DCC699A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681038"/>
            <a:ext cx="10067728" cy="5104767"/>
          </a:xfrm>
        </p:spPr>
        <p:txBody>
          <a:bodyPr>
            <a:normAutofit/>
          </a:bodyPr>
          <a:lstStyle>
            <a:lvl1pPr>
              <a:lnSpc>
                <a:spcPts val="7000"/>
              </a:lnSpc>
              <a:defRPr sz="7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78EC6B5-8F05-084E-8974-BA791269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5FD9E1B-2D19-BB4E-8578-0D0F8DA78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5316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2A6862-9E43-3F45-BC14-57A9FE05A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799" y="4790038"/>
            <a:ext cx="9896669" cy="93772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80068F9-40BA-7643-A1DE-51DCC699A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681038"/>
            <a:ext cx="10067728" cy="4108999"/>
          </a:xfrm>
        </p:spPr>
        <p:txBody>
          <a:bodyPr>
            <a:normAutofit/>
          </a:bodyPr>
          <a:lstStyle>
            <a:lvl1pPr>
              <a:lnSpc>
                <a:spcPts val="7000"/>
              </a:lnSpc>
              <a:defRPr sz="7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78EC6B5-8F05-084E-8974-BA791269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5FD9E1B-2D19-BB4E-8578-0D0F8DA78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0784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7556C-D915-EC47-A507-F3F432006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358" y="2118049"/>
            <a:ext cx="10077062" cy="3894562"/>
          </a:xfrm>
        </p:spPr>
        <p:txBody>
          <a:bodyPr/>
          <a:lstStyle>
            <a:lvl1pPr>
              <a:defRPr sz="2200" b="0" i="0">
                <a:latin typeface="+mn-lt"/>
              </a:defRPr>
            </a:lvl1pPr>
            <a:lvl2pPr>
              <a:defRPr sz="2000" b="0" i="0">
                <a:solidFill>
                  <a:srgbClr val="006649"/>
                </a:solidFill>
                <a:latin typeface="+mn-lt"/>
              </a:defRPr>
            </a:lvl2pPr>
            <a:lvl3pPr>
              <a:defRPr b="0" i="0">
                <a:solidFill>
                  <a:srgbClr val="006649"/>
                </a:solidFill>
                <a:latin typeface="+mn-lt"/>
              </a:defRPr>
            </a:lvl3pPr>
            <a:lvl4pPr>
              <a:defRPr b="0" i="0">
                <a:solidFill>
                  <a:srgbClr val="006649"/>
                </a:solidFill>
                <a:latin typeface="+mn-lt"/>
              </a:defRPr>
            </a:lvl4pPr>
            <a:lvl5pPr>
              <a:defRPr b="0" i="0">
                <a:solidFill>
                  <a:srgbClr val="006649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2E4E12D-3B5D-DA40-BA34-6330CDD60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5677A01-B108-DC48-A573-724476E25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2FF1E83-7CE6-A543-ADA0-7D22452B8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184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7556C-D915-EC47-A507-F3F432006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358" y="2118049"/>
            <a:ext cx="10077062" cy="3868683"/>
          </a:xfrm>
        </p:spPr>
        <p:txBody>
          <a:bodyPr/>
          <a:lstStyle>
            <a:lvl1pPr>
              <a:defRPr sz="2200" b="0" i="0">
                <a:latin typeface="+mn-lt"/>
              </a:defRPr>
            </a:lvl1pPr>
            <a:lvl2pPr>
              <a:defRPr sz="2000" b="0" i="0">
                <a:solidFill>
                  <a:schemeClr val="tx2"/>
                </a:solidFill>
                <a:latin typeface="+mn-lt"/>
              </a:defRPr>
            </a:lvl2pPr>
            <a:lvl3pPr>
              <a:defRPr b="0" i="0">
                <a:solidFill>
                  <a:schemeClr val="tx2"/>
                </a:solidFill>
                <a:latin typeface="+mn-lt"/>
              </a:defRPr>
            </a:lvl3pPr>
            <a:lvl4pPr>
              <a:defRPr b="0" i="0">
                <a:solidFill>
                  <a:schemeClr val="tx2"/>
                </a:solidFill>
                <a:latin typeface="+mn-lt"/>
              </a:defRPr>
            </a:lvl4pPr>
            <a:lvl5pPr>
              <a:defRPr b="0" i="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2E4E12D-3B5D-DA40-BA34-6330CDD60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5677A01-B108-DC48-A573-724476E25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2FF1E83-7CE6-A543-ADA0-7D22452B8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052BA-08B3-794C-9992-5F2F2E34A8BC}"/>
              </a:ext>
            </a:extLst>
          </p:cNvPr>
          <p:cNvSpPr txBox="1"/>
          <p:nvPr userDrawn="1"/>
        </p:nvSpPr>
        <p:spPr>
          <a:xfrm>
            <a:off x="1275127" y="185787"/>
            <a:ext cx="1067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  <a:latin typeface="+mj-lt"/>
              </a:rPr>
              <a:t>Continued headline for slides that share the same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24237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39C26-B195-A14C-9C06-92539D0A31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5028" y="2103929"/>
            <a:ext cx="4974771" cy="3891429"/>
          </a:xfrm>
        </p:spPr>
        <p:txBody>
          <a:bodyPr/>
          <a:lstStyle>
            <a:lvl1pPr>
              <a:defRPr sz="2200"/>
            </a:lvl1pPr>
            <a:lvl2pPr>
              <a:defRPr>
                <a:solidFill>
                  <a:srgbClr val="006649"/>
                </a:solidFill>
              </a:defRPr>
            </a:lvl2pPr>
            <a:lvl3pPr>
              <a:defRPr>
                <a:solidFill>
                  <a:srgbClr val="006649"/>
                </a:solidFill>
              </a:defRPr>
            </a:lvl3pPr>
            <a:lvl4pPr>
              <a:defRPr>
                <a:solidFill>
                  <a:srgbClr val="006649"/>
                </a:solidFill>
              </a:defRPr>
            </a:lvl4pPr>
            <a:lvl5pPr>
              <a:defRPr>
                <a:solidFill>
                  <a:srgbClr val="006649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EB298-6BB5-2042-8E99-5FF29C615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03929"/>
            <a:ext cx="4974771" cy="3891429"/>
          </a:xfrm>
        </p:spPr>
        <p:txBody>
          <a:bodyPr/>
          <a:lstStyle>
            <a:lvl1pPr>
              <a:defRPr sz="2200"/>
            </a:lvl1pPr>
            <a:lvl2pPr>
              <a:defRPr>
                <a:solidFill>
                  <a:srgbClr val="006649"/>
                </a:solidFill>
              </a:defRPr>
            </a:lvl2pPr>
            <a:lvl3pPr>
              <a:defRPr>
                <a:solidFill>
                  <a:srgbClr val="006649"/>
                </a:solidFill>
              </a:defRPr>
            </a:lvl3pPr>
            <a:lvl4pPr>
              <a:defRPr>
                <a:solidFill>
                  <a:srgbClr val="006649"/>
                </a:solidFill>
              </a:defRPr>
            </a:lvl4pPr>
            <a:lvl5pPr>
              <a:defRPr>
                <a:solidFill>
                  <a:srgbClr val="006649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D3C2FD9-A378-A140-9800-64379F9DF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C37D004-ABCE-DB42-9BFC-9C6FB070B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46534E7-CD58-4F4D-A5FE-125B0009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76920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C7C5E-6F4D-BF45-AE18-604209EE2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1039"/>
            <a:ext cx="6720196" cy="51800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8BFF73-EC43-3A4A-851B-7C797987B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5029" y="2057400"/>
            <a:ext cx="372699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6FA34B7-003E-8F4E-9365-0F545260D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7014C1D-B276-E24A-9C05-3109AD185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D3F150D-ABB7-864E-8755-60BB9203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681039"/>
            <a:ext cx="3726996" cy="1269060"/>
          </a:xfrm>
        </p:spPr>
        <p:txBody>
          <a:bodyPr>
            <a:normAutofit/>
          </a:bodyPr>
          <a:lstStyle>
            <a:lvl1pPr>
              <a:lnSpc>
                <a:spcPts val="3000"/>
              </a:lnSpc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8157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104AC7-8DA5-6B4D-BB5F-C75BB72EA5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5022" y="783766"/>
            <a:ext cx="5665665" cy="51131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C46823A-5ACE-D44C-9DE7-515BCDEE4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8F419EC-B994-0B45-A542-CFD472AD1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736AB55-4F93-C44B-BF9D-1D4B66FA259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281981" y="783766"/>
            <a:ext cx="5665665" cy="51131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2825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C46823A-5ACE-D44C-9DE7-515BCDEE4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8F419EC-B994-0B45-A542-CFD472AD1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736AB55-4F93-C44B-BF9D-1D4B66FA259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275129" y="783774"/>
            <a:ext cx="11628255" cy="5113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543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FF0EC-EF4C-A042-8378-EECB37081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B65A5-5C48-174F-A6F9-63BEEF448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OR DEPARTMENT NAME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321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2.jp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3.jpg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image" Target="../media/image4.jpg"/><Relationship Id="rId5" Type="http://schemas.openxmlformats.org/officeDocument/2006/relationships/slideLayout" Target="../slideLayouts/slideLayout32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518D3-0EB2-B54D-A090-F2CE58EF0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681039"/>
            <a:ext cx="10067728" cy="12690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7C963-C9D4-0D49-A999-206A24669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5028" y="2118049"/>
            <a:ext cx="10067729" cy="3816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0C15E0-FC37-6044-8B98-5F49A1E55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0267" y="6356350"/>
            <a:ext cx="2892491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spc="100" baseline="0">
                <a:solidFill>
                  <a:srgbClr val="FAF7EE"/>
                </a:solidFill>
                <a:latin typeface="P22 Mackinac Pro Medium" panose="02000000000000000000" pitchFamily="2" charset="77"/>
                <a:ea typeface="P22 Mackinac Pro Medium" panose="02000000000000000000" pitchFamily="2" charset="77"/>
              </a:defRPr>
            </a:lvl1pPr>
          </a:lstStyle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D27BDD3-0222-E346-83FF-DD84E9303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</p:spPr>
        <p:txBody>
          <a:bodyPr anchor="ctr"/>
          <a:lstStyle>
            <a:lvl1pPr algn="l">
              <a:defRPr sz="1200" b="0" i="0" spc="100" baseline="0">
                <a:solidFill>
                  <a:schemeClr val="bg1"/>
                </a:solidFill>
                <a:latin typeface="P22 Mackinac Pro Medium" panose="02000000000000000000" pitchFamily="2" charset="77"/>
                <a:ea typeface="P22 Mackinac Pro Medium" panose="02000000000000000000" pitchFamily="2" charset="77"/>
              </a:defRPr>
            </a:lvl1pPr>
          </a:lstStyle>
          <a:p>
            <a:r>
              <a:rPr lang="en-US" dirty="0"/>
              <a:t>COLLEGE OR DEPARTMENT NAME </a:t>
            </a:r>
          </a:p>
        </p:txBody>
      </p:sp>
    </p:spTree>
    <p:extLst>
      <p:ext uri="{BB962C8B-B14F-4D97-AF65-F5344CB8AC3E}">
        <p14:creationId xmlns:p14="http://schemas.microsoft.com/office/powerpoint/2010/main" val="3604054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70" r:id="rId4"/>
    <p:sldLayoutId id="2147483652" r:id="rId5"/>
    <p:sldLayoutId id="2147483656" r:id="rId6"/>
    <p:sldLayoutId id="2147483658" r:id="rId7"/>
    <p:sldLayoutId id="2147483659" r:id="rId8"/>
    <p:sldLayoutId id="2147483655" r:id="rId9"/>
  </p:sldLayoutIdLst>
  <p:hf sldNum="0" hd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b="0" i="0" kern="1200">
          <a:solidFill>
            <a:srgbClr val="FAF7EE"/>
          </a:solidFill>
          <a:latin typeface="+mj-lt"/>
          <a:ea typeface="P22 Mackinac Pro Book" panose="02000000000000000000" pitchFamily="2" charset="7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518D3-0EB2-B54D-A090-F2CE58EF0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681039"/>
            <a:ext cx="10067728" cy="12690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7C963-C9D4-0D49-A999-206A24669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5028" y="2118049"/>
            <a:ext cx="10067729" cy="387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0C15E0-FC37-6044-8B98-5F49A1E55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0267" y="6356350"/>
            <a:ext cx="2892491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spc="100" baseline="0">
                <a:solidFill>
                  <a:srgbClr val="124735"/>
                </a:solidFill>
                <a:latin typeface="P22 Mackinac Pro Medium" panose="02000000000000000000" pitchFamily="2" charset="77"/>
                <a:ea typeface="P22 Mackinac Pro Medium" panose="02000000000000000000" pitchFamily="2" charset="77"/>
              </a:defRPr>
            </a:lvl1pPr>
          </a:lstStyle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D27BDD3-0222-E346-83FF-DD84E9303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</p:spPr>
        <p:txBody>
          <a:bodyPr anchor="ctr"/>
          <a:lstStyle>
            <a:lvl1pPr algn="l">
              <a:defRPr sz="1200" b="0" i="0" spc="100" baseline="0">
                <a:solidFill>
                  <a:srgbClr val="124735"/>
                </a:solidFill>
                <a:latin typeface="P22 Mackinac Pro Medium" panose="02000000000000000000" pitchFamily="2" charset="77"/>
                <a:ea typeface="P22 Mackinac Pro Medium" panose="02000000000000000000" pitchFamily="2" charset="77"/>
              </a:defRPr>
            </a:lvl1pPr>
          </a:lstStyle>
          <a:p>
            <a:r>
              <a:rPr lang="en-US" dirty="0"/>
              <a:t>COLLEGE OR DEPARTMENT NAME </a:t>
            </a:r>
          </a:p>
        </p:txBody>
      </p:sp>
    </p:spTree>
    <p:extLst>
      <p:ext uri="{BB962C8B-B14F-4D97-AF65-F5344CB8AC3E}">
        <p14:creationId xmlns:p14="http://schemas.microsoft.com/office/powerpoint/2010/main" val="1541149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71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b="0" i="0" kern="1200">
          <a:solidFill>
            <a:srgbClr val="006649"/>
          </a:solidFill>
          <a:latin typeface="+mj-lt"/>
          <a:ea typeface="P22 Mackinac Pro Book" panose="02000000000000000000" pitchFamily="2" charset="7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06649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06649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06649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0664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518D3-0EB2-B54D-A090-F2CE58EF0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681039"/>
            <a:ext cx="10067728" cy="12690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7C963-C9D4-0D49-A999-206A24669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5028" y="2118049"/>
            <a:ext cx="10067729" cy="3816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0C15E0-FC37-6044-8B98-5F49A1E55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0267" y="6356350"/>
            <a:ext cx="3803782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spc="100" baseline="0">
                <a:solidFill>
                  <a:srgbClr val="FAF7EE"/>
                </a:solidFill>
                <a:latin typeface="P22 Mackinac Pro Medium" panose="02000000000000000000" pitchFamily="2" charset="77"/>
                <a:ea typeface="P22 Mackinac Pro Medium" panose="02000000000000000000" pitchFamily="2" charset="77"/>
              </a:defRPr>
            </a:lvl1pPr>
          </a:lstStyle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D27BDD3-0222-E346-83FF-DD84E9303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</p:spPr>
        <p:txBody>
          <a:bodyPr anchor="ctr"/>
          <a:lstStyle>
            <a:lvl1pPr algn="l">
              <a:defRPr sz="1200" b="0" i="0" spc="100" baseline="0">
                <a:solidFill>
                  <a:schemeClr val="bg1"/>
                </a:solidFill>
                <a:latin typeface="P22 Mackinac Pro Medium" panose="02000000000000000000" pitchFamily="2" charset="77"/>
                <a:ea typeface="P22 Mackinac Pro Medium" panose="02000000000000000000" pitchFamily="2" charset="77"/>
              </a:defRPr>
            </a:lvl1pPr>
          </a:lstStyle>
          <a:p>
            <a:r>
              <a:rPr lang="en-US" dirty="0"/>
              <a:t>COLLEGE OR DEPARTMENT NAME </a:t>
            </a:r>
          </a:p>
        </p:txBody>
      </p:sp>
    </p:spTree>
    <p:extLst>
      <p:ext uri="{BB962C8B-B14F-4D97-AF65-F5344CB8AC3E}">
        <p14:creationId xmlns:p14="http://schemas.microsoft.com/office/powerpoint/2010/main" val="103732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</p:sldLayoutIdLst>
  <p:hf sldNum="0" hd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b="0" i="0" kern="1200">
          <a:solidFill>
            <a:srgbClr val="FAF7EE"/>
          </a:solidFill>
          <a:latin typeface="+mj-lt"/>
          <a:ea typeface="P22 Mackinac Pro Book" panose="02000000000000000000" pitchFamily="2" charset="7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518D3-0EB2-B54D-A090-F2CE58EF0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681039"/>
            <a:ext cx="10067728" cy="12690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7C963-C9D4-0D49-A999-206A24669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5028" y="2118049"/>
            <a:ext cx="10067729" cy="387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0C15E0-FC37-6044-8B98-5F49A1E55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60950" y="6356350"/>
            <a:ext cx="3163099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spc="100" baseline="0">
                <a:solidFill>
                  <a:schemeClr val="bg2"/>
                </a:solidFill>
                <a:latin typeface="P22 Mackinac Pro Medium" panose="02000000000000000000" pitchFamily="2" charset="77"/>
                <a:ea typeface="P22 Mackinac Pro Medium" panose="02000000000000000000" pitchFamily="2" charset="77"/>
              </a:defRPr>
            </a:lvl1pPr>
          </a:lstStyle>
          <a:p>
            <a:r>
              <a:rPr lang="en-US"/>
              <a:t>Month 31, 2021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D27BDD3-0222-E346-83FF-DD84E9303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7951" y="6356350"/>
            <a:ext cx="7985449" cy="365125"/>
          </a:xfrm>
          <a:prstGeom prst="rect">
            <a:avLst/>
          </a:prstGeom>
        </p:spPr>
        <p:txBody>
          <a:bodyPr anchor="ctr"/>
          <a:lstStyle>
            <a:lvl1pPr algn="l">
              <a:defRPr sz="1200" b="0" i="0" spc="100" baseline="0">
                <a:solidFill>
                  <a:schemeClr val="bg2"/>
                </a:solidFill>
                <a:latin typeface="P22 Mackinac Pro Medium" panose="02000000000000000000" pitchFamily="2" charset="77"/>
                <a:ea typeface="P22 Mackinac Pro Medium" panose="02000000000000000000" pitchFamily="2" charset="77"/>
              </a:defRPr>
            </a:lvl1pPr>
          </a:lstStyle>
          <a:p>
            <a:r>
              <a:rPr lang="en-US" dirty="0"/>
              <a:t>COLLEGE OR DEPARTMENT NAME </a:t>
            </a:r>
          </a:p>
        </p:txBody>
      </p:sp>
    </p:spTree>
    <p:extLst>
      <p:ext uri="{BB962C8B-B14F-4D97-AF65-F5344CB8AC3E}">
        <p14:creationId xmlns:p14="http://schemas.microsoft.com/office/powerpoint/2010/main" val="1606247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hf sldNum="0" hd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b="0" i="0" kern="1200">
          <a:solidFill>
            <a:srgbClr val="006649"/>
          </a:solidFill>
          <a:latin typeface="+mj-lt"/>
          <a:ea typeface="P22 Mackinac Pro Book" panose="02000000000000000000" pitchFamily="2" charset="7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06649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06649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06649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0664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45029" y="336331"/>
            <a:ext cx="10067728" cy="4929352"/>
          </a:xfrm>
        </p:spPr>
        <p:txBody>
          <a:bodyPr>
            <a:normAutofit/>
          </a:bodyPr>
          <a:lstStyle/>
          <a:p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Automating Software Test Case Creation with Generative AI</a:t>
            </a:r>
            <a:br>
              <a:rPr lang="en-GB" dirty="0"/>
            </a:br>
            <a:br>
              <a:rPr lang="en-GB" dirty="0"/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-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Shirisha Gongati</a:t>
            </a:r>
            <a:br>
              <a:rPr lang="en-GB" dirty="0"/>
            </a:br>
            <a:br>
              <a:rPr lang="en-GB"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 teams spend 30–50% of time writing manual test cases.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test writing is repetitive and error-prone.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can interpret requirements and generate structured tests.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Goal: Build an AI-driven test case generation tool.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GUI-based system for requirement input.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structured test cases using LLMs.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GPT‑4o and local Llama3.1 models.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QA productivity and consistency.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1045028" y="2103929"/>
            <a:ext cx="4974771" cy="387417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requirement-to-test-case generator.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standard test-case structure:</a:t>
            </a: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* Preconditions</a:t>
            </a: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* Steps</a:t>
            </a: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* Expected Results</a:t>
            </a: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* Priority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GUI built in Jupyter Notebook.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092D7D-89EA-4D7A-9468-BB1C1D158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69931"/>
            <a:ext cx="5441731" cy="2311083"/>
          </a:xfrm>
          <a:prstGeom prst="rect">
            <a:avLst/>
          </a:prstGeom>
          <a:noFill/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ED7FC34-3A1B-FA3D-0015-D617B66778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0267" y="6356350"/>
            <a:ext cx="289249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Month 31, 2021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6E8872D0-68AC-21CC-04BE-649884D6D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951" y="6356350"/>
            <a:ext cx="798544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COLLEGE OR DEPARTMENT NAME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45029" y="681039"/>
            <a:ext cx="10067728" cy="1269060"/>
          </a:xfrm>
        </p:spPr>
        <p:txBody>
          <a:bodyPr anchor="b">
            <a:normAutofit/>
          </a:bodyPr>
          <a:lstStyle/>
          <a:p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Handler – Accepts requirements.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 – Converts requirements to AI prompts.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LLM Engine – OpenAI GPT‑4o or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Llama3.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Formatter – Creates structured test cases.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GUI Layer – Interactive interface.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Error Handling &amp; Fallback.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54358" y="2118049"/>
            <a:ext cx="5041642" cy="38686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Template Ensures: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structure.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Positive and negative tests.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Expected results.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 suggestions.</a:t>
            </a:r>
          </a:p>
          <a:p>
            <a:pPr marL="0" indent="0"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 Strategy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F990A-D1AC-4374-8FD6-39C396DCF64D}"/>
              </a:ext>
            </a:extLst>
          </p:cNvPr>
          <p:cNvSpPr txBox="1"/>
          <p:nvPr/>
        </p:nvSpPr>
        <p:spPr>
          <a:xfrm>
            <a:off x="6842235" y="2118049"/>
            <a:ext cx="43756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GB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summary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scenario extraction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generation</a:t>
            </a:r>
          </a:p>
          <a:p>
            <a:endParaRPr lang="en-GB" sz="28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54359" y="2375337"/>
            <a:ext cx="5041642" cy="36113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GUI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OpenAI API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Runtime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590D61-1AC8-4AED-8ECF-1B370FF7D1D9}"/>
              </a:ext>
            </a:extLst>
          </p:cNvPr>
          <p:cNvSpPr txBox="1"/>
          <p:nvPr/>
        </p:nvSpPr>
        <p:spPr>
          <a:xfrm>
            <a:off x="6400800" y="2375337"/>
            <a:ext cx="483475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Steps: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Integration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 Creation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Template Design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Formatting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Evaluation</a:t>
            </a:r>
          </a:p>
          <a:p>
            <a:endParaRPr lang="en-GB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54358" y="2118049"/>
            <a:ext cx="4484594" cy="3868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sample requirements: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functionality.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reset.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Checkout Payment page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Shopping cart operations.</a:t>
            </a:r>
          </a:p>
          <a:p>
            <a:pPr marL="0" indent="0">
              <a:buNone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Scenarios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6AA10D-1965-49BD-9760-4CEA58DED55E}"/>
              </a:ext>
            </a:extLst>
          </p:cNvPr>
          <p:cNvSpPr txBox="1"/>
          <p:nvPr/>
        </p:nvSpPr>
        <p:spPr>
          <a:xfrm flipH="1">
            <a:off x="6978868" y="2312275"/>
            <a:ext cx="43828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tests: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test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test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Optional edge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54358" y="2118049"/>
            <a:ext cx="5504097" cy="38686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GPT‑4o: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detailed steps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reasoning accuracy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Llama3.1: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 and local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Privacy-friendly</a:t>
            </a:r>
          </a:p>
          <a:p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8996B7-48F6-45BF-B38C-80572C79EA80}"/>
              </a:ext>
            </a:extLst>
          </p:cNvPr>
          <p:cNvSpPr txBox="1"/>
          <p:nvPr/>
        </p:nvSpPr>
        <p:spPr>
          <a:xfrm>
            <a:off x="6758152" y="2118049"/>
            <a:ext cx="490833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Results: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~90% accuracy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~75% time saved in test creation</a:t>
            </a:r>
          </a:p>
          <a:p>
            <a:endParaRPr lang="en-GB" sz="28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Safeguards: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Missing API key detection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internet → use local model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Empty input detection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timeout handling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LLM fallback system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54358" y="1681655"/>
            <a:ext cx="10077062" cy="4305077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 with both cloud &amp; local AI models.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consistent, high-quality test cases.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Easy-to-use GUI interface.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scalable QA workflows.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Customizable prompts for any domain.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Complex logic may require more tuning.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GUI limited to Jupyter environment.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Some edge cases may not be fully captured.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integrated with Jira/TestRail yet.</a:t>
            </a:r>
          </a:p>
          <a:p>
            <a:endParaRPr lang="en-US" dirty="0"/>
          </a:p>
          <a:p>
            <a:endParaRPr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45029" y="681039"/>
            <a:ext cx="10067728" cy="664285"/>
          </a:xfrm>
        </p:spPr>
        <p:txBody>
          <a:bodyPr>
            <a:normAutofit/>
          </a:bodyPr>
          <a:lstStyle/>
          <a:p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Limitations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Export to Excel/CSV.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Jira/TestRail API integration.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Negative test-case automation.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Browser-based GUI.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Full test-suite generation.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with CI/CD pipelines.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can automate test-case creation.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accuracy and time savings achieved.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 models make AI testing accessible.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 foundation for future QA automation tools.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54358" y="1950099"/>
            <a:ext cx="10077062" cy="40366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1.</a:t>
            </a:r>
            <a:r>
              <a:rPr lang="en-GB" dirty="0"/>
              <a:t> Zhang, J., Wang, S., &amp; Harman, M. (2023). </a:t>
            </a:r>
            <a:r>
              <a:rPr lang="en-GB" i="1" dirty="0" err="1"/>
              <a:t>TestPilot</a:t>
            </a:r>
            <a:r>
              <a:rPr lang="en-GB" i="1" dirty="0"/>
              <a:t>: Automated Test Case Generation using Large Language Models.</a:t>
            </a:r>
            <a:r>
              <a:rPr lang="en-GB" dirty="0"/>
              <a:t> IEEE/ACM ICSE.</a:t>
            </a:r>
          </a:p>
          <a:p>
            <a:pPr marL="0" indent="0">
              <a:buNone/>
            </a:pPr>
            <a:r>
              <a:rPr lang="en-GB" b="1" dirty="0"/>
              <a:t>2.</a:t>
            </a:r>
            <a:r>
              <a:rPr lang="en-GB" dirty="0"/>
              <a:t> Chen, T., Jiang, S., &amp; Zhou, Y. (2023). </a:t>
            </a:r>
            <a:r>
              <a:rPr lang="en-GB" i="1" dirty="0"/>
              <a:t>LLM4Test: Can Large Language Models Generate Effective Test Cases?</a:t>
            </a:r>
            <a:r>
              <a:rPr lang="en-GB" dirty="0"/>
              <a:t> arXiv:2308.05361.</a:t>
            </a:r>
          </a:p>
          <a:p>
            <a:pPr marL="0" indent="0">
              <a:buNone/>
            </a:pPr>
            <a:r>
              <a:rPr lang="en-GB" b="1" dirty="0"/>
              <a:t>3.</a:t>
            </a:r>
            <a:r>
              <a:rPr lang="en-GB" dirty="0"/>
              <a:t> </a:t>
            </a:r>
            <a:r>
              <a:rPr lang="en-GB" dirty="0" err="1"/>
              <a:t>Tufano</a:t>
            </a:r>
            <a:r>
              <a:rPr lang="en-GB" dirty="0"/>
              <a:t>, M., Penta, M. D., &amp; </a:t>
            </a:r>
            <a:r>
              <a:rPr lang="en-GB" dirty="0" err="1"/>
              <a:t>Oliveto</a:t>
            </a:r>
            <a:r>
              <a:rPr lang="en-GB" dirty="0"/>
              <a:t>, R. (2022). </a:t>
            </a:r>
            <a:r>
              <a:rPr lang="en-GB" i="1" dirty="0"/>
              <a:t>Using AI to Generate Test Cases from Natural Language Requirements.</a:t>
            </a:r>
            <a:r>
              <a:rPr lang="en-GB" dirty="0"/>
              <a:t> Empirical Software Engineering.</a:t>
            </a:r>
          </a:p>
          <a:p>
            <a:pPr marL="0" indent="0">
              <a:buNone/>
            </a:pPr>
            <a:r>
              <a:rPr lang="en-GB" b="1" dirty="0"/>
              <a:t>4.</a:t>
            </a:r>
            <a:r>
              <a:rPr lang="en-GB" dirty="0"/>
              <a:t> Arcuri, A., &amp; Briand, L. (2014). </a:t>
            </a:r>
            <a:r>
              <a:rPr lang="en-GB" i="1" dirty="0"/>
              <a:t>A Practical Guide for Using AI-Based Test Generation Tools.</a:t>
            </a:r>
            <a:r>
              <a:rPr lang="en-GB" dirty="0"/>
              <a:t> ACM Transactions on Software Engineering and Methodology.</a:t>
            </a:r>
          </a:p>
          <a:p>
            <a:pPr marL="0" indent="0">
              <a:buNone/>
            </a:pPr>
            <a:r>
              <a:rPr lang="en-GB" b="1" dirty="0"/>
              <a:t>5.</a:t>
            </a:r>
            <a:r>
              <a:rPr lang="en-GB" dirty="0"/>
              <a:t> Ferrari, A., </a:t>
            </a:r>
            <a:r>
              <a:rPr lang="en-GB" dirty="0" err="1"/>
              <a:t>Gnesi</a:t>
            </a:r>
            <a:r>
              <a:rPr lang="en-GB" dirty="0"/>
              <a:t>, S., &amp; </a:t>
            </a:r>
            <a:r>
              <a:rPr lang="en-GB" dirty="0" err="1"/>
              <a:t>Tolomei</a:t>
            </a:r>
            <a:r>
              <a:rPr lang="en-GB" dirty="0"/>
              <a:t>, G. (2018). </a:t>
            </a:r>
            <a:r>
              <a:rPr lang="en-GB" i="1" dirty="0"/>
              <a:t>Using NLP to Support Requirement Analysis in Software Engineering.</a:t>
            </a:r>
            <a:r>
              <a:rPr lang="en-GB" dirty="0"/>
              <a:t> IEEE Transactions on Software Engineering.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ever OHIO - Dark">
  <a:themeElements>
    <a:clrScheme name="Forever OHIO Dark">
      <a:dk1>
        <a:srgbClr val="114734"/>
      </a:dk1>
      <a:lt1>
        <a:srgbClr val="F8F6F0"/>
      </a:lt1>
      <a:dk2>
        <a:srgbClr val="006648"/>
      </a:dk2>
      <a:lt2>
        <a:srgbClr val="FFFCF4"/>
      </a:lt2>
      <a:accent1>
        <a:srgbClr val="00694D"/>
      </a:accent1>
      <a:accent2>
        <a:srgbClr val="FA4616"/>
      </a:accent2>
      <a:accent3>
        <a:srgbClr val="766E63"/>
      </a:accent3>
      <a:accent4>
        <a:srgbClr val="A98A00"/>
      </a:accent4>
      <a:accent5>
        <a:srgbClr val="B4E3D7"/>
      </a:accent5>
      <a:accent6>
        <a:srgbClr val="E6ECC2"/>
      </a:accent6>
      <a:hlink>
        <a:srgbClr val="99CE5F"/>
      </a:hlink>
      <a:folHlink>
        <a:srgbClr val="8AB958"/>
      </a:folHlink>
    </a:clrScheme>
    <a:fontScheme name="ForeverOHIO">
      <a:majorFont>
        <a:latin typeface="P22 Mackinac Pro Book"/>
        <a:ea typeface=""/>
        <a:cs typeface=""/>
      </a:majorFont>
      <a:minorFont>
        <a:latin typeface="Proxima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hio_University_Powerpoint_Template" id="{96A2D130-C817-3A48-B073-5F38A56F9775}" vid="{E8E2D9A7-67EA-CE4B-BF5B-C4EC48EA6BC7}"/>
    </a:ext>
  </a:extLst>
</a:theme>
</file>

<file path=ppt/theme/theme2.xml><?xml version="1.0" encoding="utf-8"?>
<a:theme xmlns:a="http://schemas.openxmlformats.org/drawingml/2006/main" name="Forever OHIO - Light">
  <a:themeElements>
    <a:clrScheme name="Forever OHIO Dark">
      <a:dk1>
        <a:srgbClr val="114734"/>
      </a:dk1>
      <a:lt1>
        <a:srgbClr val="F8F6F0"/>
      </a:lt1>
      <a:dk2>
        <a:srgbClr val="006648"/>
      </a:dk2>
      <a:lt2>
        <a:srgbClr val="FFFCF4"/>
      </a:lt2>
      <a:accent1>
        <a:srgbClr val="00694D"/>
      </a:accent1>
      <a:accent2>
        <a:srgbClr val="FA4616"/>
      </a:accent2>
      <a:accent3>
        <a:srgbClr val="766E63"/>
      </a:accent3>
      <a:accent4>
        <a:srgbClr val="A98A00"/>
      </a:accent4>
      <a:accent5>
        <a:srgbClr val="B4E3D7"/>
      </a:accent5>
      <a:accent6>
        <a:srgbClr val="E6ECC2"/>
      </a:accent6>
      <a:hlink>
        <a:srgbClr val="99CE5F"/>
      </a:hlink>
      <a:folHlink>
        <a:srgbClr val="8AB958"/>
      </a:folHlink>
    </a:clrScheme>
    <a:fontScheme name="ForeverOHIO">
      <a:majorFont>
        <a:latin typeface="P22 Mackinac Pro Book"/>
        <a:ea typeface=""/>
        <a:cs typeface=""/>
      </a:majorFont>
      <a:minorFont>
        <a:latin typeface="Proxima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hio_University_Powerpoint_Template" id="{96A2D130-C817-3A48-B073-5F38A56F9775}" vid="{DADA01F0-A89A-CD4F-A6F8-B5B34E2DC3D8}"/>
    </a:ext>
  </a:extLst>
</a:theme>
</file>

<file path=ppt/theme/theme3.xml><?xml version="1.0" encoding="utf-8"?>
<a:theme xmlns:a="http://schemas.openxmlformats.org/drawingml/2006/main" name="Cutler Dark">
  <a:themeElements>
    <a:clrScheme name="Forever OHIO Dark">
      <a:dk1>
        <a:srgbClr val="114734"/>
      </a:dk1>
      <a:lt1>
        <a:srgbClr val="F8F6F0"/>
      </a:lt1>
      <a:dk2>
        <a:srgbClr val="006648"/>
      </a:dk2>
      <a:lt2>
        <a:srgbClr val="FFFCF4"/>
      </a:lt2>
      <a:accent1>
        <a:srgbClr val="00694D"/>
      </a:accent1>
      <a:accent2>
        <a:srgbClr val="FA4616"/>
      </a:accent2>
      <a:accent3>
        <a:srgbClr val="766E63"/>
      </a:accent3>
      <a:accent4>
        <a:srgbClr val="A98A00"/>
      </a:accent4>
      <a:accent5>
        <a:srgbClr val="B4E3D7"/>
      </a:accent5>
      <a:accent6>
        <a:srgbClr val="E6ECC2"/>
      </a:accent6>
      <a:hlink>
        <a:srgbClr val="99CE5F"/>
      </a:hlink>
      <a:folHlink>
        <a:srgbClr val="8AB958"/>
      </a:folHlink>
    </a:clrScheme>
    <a:fontScheme name="ForeverOHIO">
      <a:majorFont>
        <a:latin typeface="P22 Mackinac Pro Book"/>
        <a:ea typeface=""/>
        <a:cs typeface=""/>
      </a:majorFont>
      <a:minorFont>
        <a:latin typeface="Proxima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hio_University_Powerpoint_Template" id="{96A2D130-C817-3A48-B073-5F38A56F9775}" vid="{E8E2D9A7-67EA-CE4B-BF5B-C4EC48EA6BC7}"/>
    </a:ext>
  </a:extLst>
</a:theme>
</file>

<file path=ppt/theme/theme4.xml><?xml version="1.0" encoding="utf-8"?>
<a:theme xmlns:a="http://schemas.openxmlformats.org/drawingml/2006/main" name="Cutler Light">
  <a:themeElements>
    <a:clrScheme name="Forever OHIO Dark">
      <a:dk1>
        <a:srgbClr val="114734"/>
      </a:dk1>
      <a:lt1>
        <a:srgbClr val="F8F6F0"/>
      </a:lt1>
      <a:dk2>
        <a:srgbClr val="006648"/>
      </a:dk2>
      <a:lt2>
        <a:srgbClr val="FFFCF4"/>
      </a:lt2>
      <a:accent1>
        <a:srgbClr val="00694D"/>
      </a:accent1>
      <a:accent2>
        <a:srgbClr val="FA4616"/>
      </a:accent2>
      <a:accent3>
        <a:srgbClr val="766E63"/>
      </a:accent3>
      <a:accent4>
        <a:srgbClr val="A98A00"/>
      </a:accent4>
      <a:accent5>
        <a:srgbClr val="B4E3D7"/>
      </a:accent5>
      <a:accent6>
        <a:srgbClr val="E6ECC2"/>
      </a:accent6>
      <a:hlink>
        <a:srgbClr val="99CE5F"/>
      </a:hlink>
      <a:folHlink>
        <a:srgbClr val="8AB958"/>
      </a:folHlink>
    </a:clrScheme>
    <a:fontScheme name="ForeverOHIO">
      <a:majorFont>
        <a:latin typeface="P22 Mackinac Pro Book"/>
        <a:ea typeface=""/>
        <a:cs typeface=""/>
      </a:majorFont>
      <a:minorFont>
        <a:latin typeface="Proxima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hio_University_Powerpoint_Template" id="{96A2D130-C817-3A48-B073-5F38A56F9775}" vid="{08172613-8834-5B4A-8532-6F9723108CE5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528302D91E1042A2787C8087A23928" ma:contentTypeVersion="3" ma:contentTypeDescription="Create a new document." ma:contentTypeScope="" ma:versionID="42096eb3a20876bd65c53f8e116bf151">
  <xsd:schema xmlns:xsd="http://www.w3.org/2001/XMLSchema" xmlns:xs="http://www.w3.org/2001/XMLSchema" xmlns:p="http://schemas.microsoft.com/office/2006/metadata/properties" xmlns:ns2="d22edd1e-0214-4897-b854-9234fbe73a61" targetNamespace="http://schemas.microsoft.com/office/2006/metadata/properties" ma:root="true" ma:fieldsID="efa568e115ab2ed30b584230fbcafaa2" ns2:_="">
    <xsd:import namespace="d22edd1e-0214-4897-b854-9234fbe73a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2edd1e-0214-4897-b854-9234fbe73a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10A4B2-61D7-4FAF-BB2B-9BF3FF4496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2edd1e-0214-4897-b854-9234fbe73a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E099C3-F8B3-4B49-87CB-DF1D1A7E7ECB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http://schemas.openxmlformats.org/package/2006/metadata/core-properties"/>
    <ds:schemaRef ds:uri="d22edd1e-0214-4897-b854-9234fbe73a61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7D5BEC5-7293-436C-858B-75E6BF3228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11312</TotalTime>
  <Words>681</Words>
  <Application>Microsoft Office PowerPoint</Application>
  <PresentationFormat>Widescreen</PresentationFormat>
  <Paragraphs>110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Proxima Nova</vt:lpstr>
      <vt:lpstr>Arial</vt:lpstr>
      <vt:lpstr>Calibri</vt:lpstr>
      <vt:lpstr>P22 Mackinac Pro Medium</vt:lpstr>
      <vt:lpstr>Times New Roman</vt:lpstr>
      <vt:lpstr>P22 Mackinac Pro Book</vt:lpstr>
      <vt:lpstr>Wingdings</vt:lpstr>
      <vt:lpstr>Forever OHIO - Dark</vt:lpstr>
      <vt:lpstr>Forever OHIO - Light</vt:lpstr>
      <vt:lpstr>Cutler Dark</vt:lpstr>
      <vt:lpstr>Cutler Light</vt:lpstr>
      <vt:lpstr>Automating Software Test Case Creation with Generative AI                                          - Shirisha Gongati  </vt:lpstr>
      <vt:lpstr>Motivation </vt:lpstr>
      <vt:lpstr>Project Objectives</vt:lpstr>
      <vt:lpstr>Proposed Solution</vt:lpstr>
      <vt:lpstr>System Architecture </vt:lpstr>
      <vt:lpstr>Prompt Engineering Strategy</vt:lpstr>
      <vt:lpstr>Development Workflow</vt:lpstr>
      <vt:lpstr>Testing Scenarios Used</vt:lpstr>
      <vt:lpstr>Evaluation &amp; Results</vt:lpstr>
      <vt:lpstr>Error Handling</vt:lpstr>
      <vt:lpstr>Advantages &amp; Limitations</vt:lpstr>
      <vt:lpstr>Future Enhancements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Harden, Aaron</dc:creator>
  <cp:lastModifiedBy>Gongati, Shirisha</cp:lastModifiedBy>
  <cp:revision>74</cp:revision>
  <dcterms:created xsi:type="dcterms:W3CDTF">2021-05-05T16:47:15Z</dcterms:created>
  <dcterms:modified xsi:type="dcterms:W3CDTF">2025-12-06T17:51:27Z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0x01010077528302D91E1042A2787C8087A23928</vt:lpwstr>
  </property>
</Properties>
</file>